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57" r:id="rId4"/>
    <p:sldId id="261" r:id="rId5"/>
    <p:sldId id="260" r:id="rId6"/>
    <p:sldId id="266" r:id="rId7"/>
    <p:sldId id="268" r:id="rId8"/>
    <p:sldId id="267" r:id="rId9"/>
    <p:sldId id="262" r:id="rId10"/>
    <p:sldId id="263" r:id="rId11"/>
    <p:sldId id="265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2720" autoAdjust="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7146F-CDC3-4261-B5C5-F8579CFEA45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32CE7-0CED-4FCE-844E-2345118EB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3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32CE7-0CED-4FCE-844E-2345118EB3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98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55542-F925-4E11-9795-F91623F408F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FB812-0DE1-46A3-9A48-45F72F975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3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55542-F925-4E11-9795-F91623F408F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FB812-0DE1-46A3-9A48-45F72F975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4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55542-F925-4E11-9795-F91623F408F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FB812-0DE1-46A3-9A48-45F72F975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63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55542-F925-4E11-9795-F91623F408F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FB812-0DE1-46A3-9A48-45F72F975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4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55542-F925-4E11-9795-F91623F408F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FB812-0DE1-46A3-9A48-45F72F975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6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55542-F925-4E11-9795-F91623F408F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FB812-0DE1-46A3-9A48-45F72F975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5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55542-F925-4E11-9795-F91623F408F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FB812-0DE1-46A3-9A48-45F72F975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79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55542-F925-4E11-9795-F91623F408F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FB812-0DE1-46A3-9A48-45F72F975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25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55542-F925-4E11-9795-F91623F408F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FB812-0DE1-46A3-9A48-45F72F975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60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55542-F925-4E11-9795-F91623F408F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FB812-0DE1-46A3-9A48-45F72F975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1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55542-F925-4E11-9795-F91623F408F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FB812-0DE1-46A3-9A48-45F72F975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02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55542-F925-4E11-9795-F91623F408F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FB812-0DE1-46A3-9A48-45F72F975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98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Number Theory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Md. </a:t>
            </a:r>
            <a:r>
              <a:rPr lang="en-US" dirty="0" err="1" smtClean="0"/>
              <a:t>Rezaul</a:t>
            </a:r>
            <a:r>
              <a:rPr lang="en-US" dirty="0" smtClean="0"/>
              <a:t> Karim</a:t>
            </a:r>
          </a:p>
          <a:p>
            <a:r>
              <a:rPr lang="en-US" dirty="0" smtClean="0"/>
              <a:t>CSE, 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13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0139"/>
            <a:ext cx="12111373" cy="249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15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825624"/>
            <a:ext cx="6019800" cy="5032375"/>
          </a:xfrm>
        </p:spPr>
        <p:txBody>
          <a:bodyPr/>
          <a:lstStyle/>
          <a:p>
            <a:r>
              <a:rPr lang="en-US" dirty="0" smtClean="0"/>
              <a:t>Euclid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801" y="1825625"/>
            <a:ext cx="6044380" cy="5032374"/>
          </a:xfrm>
        </p:spPr>
        <p:txBody>
          <a:bodyPr/>
          <a:lstStyle/>
          <a:p>
            <a:r>
              <a:rPr lang="en-US" dirty="0" smtClean="0"/>
              <a:t>Extended Euclid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25" y="2543886"/>
            <a:ext cx="5185800" cy="19974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444602"/>
            <a:ext cx="5602020" cy="187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4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50" y="2140085"/>
            <a:ext cx="6729883" cy="187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9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00783" y="3391689"/>
            <a:ext cx="106420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Euler's Theorem</a:t>
            </a:r>
          </a:p>
          <a:p>
            <a:r>
              <a:rPr lang="en-US" dirty="0" smtClean="0"/>
              <a:t>Euler's Theorem is a fundamental result in number theory and is widely used in </a:t>
            </a:r>
            <a:r>
              <a:rPr lang="en-US" b="1" dirty="0" smtClean="0"/>
              <a:t>cryptography (especially RSA)</a:t>
            </a:r>
            <a:r>
              <a:rPr lang="en-US" dirty="0" smtClean="0"/>
              <a:t>, modular arithmetic, and algorithms.</a:t>
            </a:r>
          </a:p>
          <a:p>
            <a:r>
              <a:rPr lang="el-GR" dirty="0" smtClean="0"/>
              <a:t>ϕ(</a:t>
            </a:r>
            <a:r>
              <a:rPr lang="en-US" dirty="0" smtClean="0"/>
              <a:t>n) is </a:t>
            </a:r>
            <a:r>
              <a:rPr lang="en-US" b="1" dirty="0" smtClean="0"/>
              <a:t>Euler's Totient Function</a:t>
            </a:r>
            <a:r>
              <a:rPr lang="en-US" dirty="0" smtClean="0"/>
              <a:t>, which counts the number of positive integers less than or equal to n that are relatively prime to n.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018" y="473852"/>
            <a:ext cx="7801582" cy="210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15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846" y="87760"/>
            <a:ext cx="9903068" cy="38511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511" y="4293522"/>
            <a:ext cx="5414727" cy="233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55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5x </a:t>
            </a:r>
            <a:r>
              <a:rPr lang="en-US" dirty="0" smtClean="0">
                <a:sym typeface="Symbol" panose="05050102010706020507" pitchFamily="18" charset="2"/>
              </a:rPr>
              <a:t> 1 mod 14 find x?</a:t>
            </a:r>
          </a:p>
          <a:p>
            <a:r>
              <a:rPr lang="en-US" dirty="0" smtClean="0">
                <a:sym typeface="Symbol" panose="05050102010706020507" pitchFamily="18" charset="2"/>
              </a:rPr>
              <a:t>35x  1 mod 8 find x?</a:t>
            </a:r>
          </a:p>
          <a:p>
            <a:r>
              <a:rPr lang="en-US" dirty="0" smtClean="0">
                <a:sym typeface="Symbol" panose="05050102010706020507" pitchFamily="18" charset="2"/>
              </a:rPr>
              <a:t>40x  1 mod 7 find x?</a:t>
            </a:r>
          </a:p>
          <a:p>
            <a:r>
              <a:rPr lang="en-US" dirty="0" smtClean="0">
                <a:sym typeface="Symbol" panose="05050102010706020507" pitchFamily="18" charset="2"/>
              </a:rPr>
              <a:t>20x  1 mod 3 find x?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285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99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87" y="914400"/>
            <a:ext cx="9953541" cy="447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60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399" y="42965"/>
            <a:ext cx="7798777" cy="653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9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4" y="769292"/>
            <a:ext cx="11079236" cy="12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5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77090"/>
            <a:ext cx="7957037" cy="679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5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100</Words>
  <Application>Microsoft Office PowerPoint</Application>
  <PresentationFormat>Widescreen</PresentationFormat>
  <Paragraphs>13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Office Theme</vt:lpstr>
      <vt:lpstr>Number Theory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Theory</dc:title>
  <dc:creator>HP</dc:creator>
  <cp:lastModifiedBy>HP</cp:lastModifiedBy>
  <cp:revision>17</cp:revision>
  <dcterms:created xsi:type="dcterms:W3CDTF">2026-06-28T13:29:31Z</dcterms:created>
  <dcterms:modified xsi:type="dcterms:W3CDTF">2026-07-12T16:01:56Z</dcterms:modified>
</cp:coreProperties>
</file>